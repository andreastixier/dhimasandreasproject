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fcb06bdce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fcb06bdc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b06bdce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cb06bdc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fcb06bdce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fcb06bd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cb06bdce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fcb06bdc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fcb06bdce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fcb06bdc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Bakery Sales Analysis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sales trends, top products, and peak transaction times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3446425"/>
            <a:ext cx="37989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By Dhimas Andreas Prayoga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44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This analysis aims to understand bakery sales performance by identifying: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Sales trends over time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The top-selling products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The busiest days of the week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The peak hours of customer activity</a:t>
            </a:r>
            <a:endParaRPr sz="1900"/>
          </a:p>
        </p:txBody>
      </p:sp>
      <p:sp>
        <p:nvSpPr>
          <p:cNvPr id="93" name="Google Shape;93;p14"/>
          <p:cNvSpPr txBox="1"/>
          <p:nvPr>
            <p:ph idx="4294967295" type="body"/>
          </p:nvPr>
        </p:nvSpPr>
        <p:spPr>
          <a:xfrm>
            <a:off x="3322963" y="1528400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4"/>
          <p:cNvSpPr txBox="1"/>
          <p:nvPr>
            <p:ph idx="4294967295" type="body"/>
          </p:nvPr>
        </p:nvSpPr>
        <p:spPr>
          <a:xfrm>
            <a:off x="6205988" y="1528400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Trend Over Time</a:t>
            </a:r>
            <a:endParaRPr/>
          </a:p>
        </p:txBody>
      </p:sp>
      <p:pic>
        <p:nvPicPr>
          <p:cNvPr id="100" name="Google Shape;100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325" y="1135350"/>
            <a:ext cx="6179352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Trend Over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Sales fluctuate across the observed period.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Certain dates show spikes in transactions, indicating higher demand.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Understanding this trend helps anticipate inventory and staffing needs.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5 Best-Selling Articles</a:t>
            </a:r>
            <a:endParaRPr/>
          </a:p>
        </p:txBody>
      </p:sp>
      <p:pic>
        <p:nvPicPr>
          <p:cNvPr id="111" name="Google Shape;111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325" y="1239925"/>
            <a:ext cx="6179352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5 Best-Selling 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 small number of products dominate total sales.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These products represent the bakery's core revenue drivers.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Ensuring consistent availability of these items is crucial.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Purchase Behavior</a:t>
            </a:r>
            <a:endParaRPr/>
          </a:p>
        </p:txBody>
      </p:sp>
      <p:pic>
        <p:nvPicPr>
          <p:cNvPr id="122" name="Google Shape;122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200"/>
            <a:ext cx="4561026" cy="28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526" y="1296200"/>
            <a:ext cx="4125774" cy="2551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Purchase Behavior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Customer traffic varies across days of the week.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Certain hours show significantly higher sales activity.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Peak times indicate when operational capacity should be optimized.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13200" y="937650"/>
            <a:ext cx="4045200" cy="23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Key Insights &amp; Business Recommendations</a:t>
            </a:r>
            <a:endParaRPr sz="3600"/>
          </a:p>
        </p:txBody>
      </p:sp>
      <p:sp>
        <p:nvSpPr>
          <p:cNvPr id="134" name="Google Shape;134;p21"/>
          <p:cNvSpPr txBox="1"/>
          <p:nvPr>
            <p:ph idx="2" type="body"/>
          </p:nvPr>
        </p:nvSpPr>
        <p:spPr>
          <a:xfrm>
            <a:off x="4939500" y="724200"/>
            <a:ext cx="3837000" cy="39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Insight: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• Sales are concentrated in specific days and hours.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• A few products contribute the majority of sales.</a:t>
            </a:r>
            <a:endParaRPr sz="13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• Customer purchasing behavior follows	predictable patterns.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Recommendations:</a:t>
            </a:r>
            <a:endParaRPr sz="13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• Increase production for top-selling items.</a:t>
            </a:r>
            <a:endParaRPr sz="13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• Allocate more staff during peak hours.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• Use promotions to increase sales during slower periods.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